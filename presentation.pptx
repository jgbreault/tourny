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"/>
  </p:notesMasterIdLst>
  <p:handoutMasterIdLst>
    <p:handoutMasterId r:id="rId11"/>
  </p:handoutMasterIdLst>
  <p:sldIdLst>
    <p:sldId id="257" r:id="rId2"/>
    <p:sldId id="331" r:id="rId3"/>
    <p:sldId id="332" r:id="rId4"/>
    <p:sldId id="338" r:id="rId5"/>
    <p:sldId id="339" r:id="rId6"/>
    <p:sldId id="340" r:id="rId7"/>
    <p:sldId id="345" r:id="rId8"/>
    <p:sldId id="34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8"/>
    <p:restoredTop sz="82503" autoAdjust="0"/>
  </p:normalViewPr>
  <p:slideViewPr>
    <p:cSldViewPr>
      <p:cViewPr varScale="1">
        <p:scale>
          <a:sx n="130" d="100"/>
          <a:sy n="130" d="100"/>
        </p:scale>
        <p:origin x="7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, Mohammad Khalad (Khalad)" userId="2ade19a1-4a2a-402a-b1bb-fb74b7b4c27c" providerId="ADAL" clId="{A5C48FC1-36D7-4176-B4B4-BECAD671CECB}"/>
    <pc:docChg chg="undo custSel addSld delSld modSld">
      <pc:chgData name="Hasan, Mohammad Khalad (Khalad)" userId="2ade19a1-4a2a-402a-b1bb-fb74b7b4c27c" providerId="ADAL" clId="{A5C48FC1-36D7-4176-B4B4-BECAD671CECB}" dt="2022-12-01T00:50:17.148" v="409"/>
      <pc:docMkLst>
        <pc:docMk/>
      </pc:docMkLst>
      <pc:sldChg chg="delSp modSp">
        <pc:chgData name="Hasan, Mohammad Khalad (Khalad)" userId="2ade19a1-4a2a-402a-b1bb-fb74b7b4c27c" providerId="ADAL" clId="{A5C48FC1-36D7-4176-B4B4-BECAD671CECB}" dt="2022-12-01T00:47:52.864" v="360" actId="20577"/>
        <pc:sldMkLst>
          <pc:docMk/>
          <pc:sldMk cId="1001631104" sldId="257"/>
        </pc:sldMkLst>
        <pc:spChg chg="del">
          <ac:chgData name="Hasan, Mohammad Khalad (Khalad)" userId="2ade19a1-4a2a-402a-b1bb-fb74b7b4c27c" providerId="ADAL" clId="{A5C48FC1-36D7-4176-B4B4-BECAD671CECB}" dt="2022-11-30T23:55:44.824" v="0" actId="478"/>
          <ac:spMkLst>
            <pc:docMk/>
            <pc:sldMk cId="1001631104" sldId="257"/>
            <ac:spMk id="6" creationId="{00000000-0000-0000-0000-000000000000}"/>
          </ac:spMkLst>
        </pc:spChg>
        <pc:spChg chg="mod">
          <ac:chgData name="Hasan, Mohammad Khalad (Khalad)" userId="2ade19a1-4a2a-402a-b1bb-fb74b7b4c27c" providerId="ADAL" clId="{A5C48FC1-36D7-4176-B4B4-BECAD671CECB}" dt="2022-11-30T23:55:48.877" v="1" actId="1076"/>
          <ac:spMkLst>
            <pc:docMk/>
            <pc:sldMk cId="1001631104" sldId="257"/>
            <ac:spMk id="8" creationId="{00000000-0000-0000-0000-000000000000}"/>
          </ac:spMkLst>
        </pc:spChg>
        <pc:spChg chg="mod">
          <ac:chgData name="Hasan, Mohammad Khalad (Khalad)" userId="2ade19a1-4a2a-402a-b1bb-fb74b7b4c27c" providerId="ADAL" clId="{A5C48FC1-36D7-4176-B4B4-BECAD671CECB}" dt="2022-12-01T00:47:52.864" v="360" actId="20577"/>
          <ac:spMkLst>
            <pc:docMk/>
            <pc:sldMk cId="1001631104" sldId="257"/>
            <ac:spMk id="10241" creationId="{00000000-0000-0000-0000-000000000000}"/>
          </ac:spMkLst>
        </pc:spChg>
      </pc:sldChg>
      <pc:sldChg chg="modSp">
        <pc:chgData name="Hasan, Mohammad Khalad (Khalad)" userId="2ade19a1-4a2a-402a-b1bb-fb74b7b4c27c" providerId="ADAL" clId="{A5C48FC1-36D7-4176-B4B4-BECAD671CECB}" dt="2022-12-01T00:48:22.693" v="362" actId="207"/>
        <pc:sldMkLst>
          <pc:docMk/>
          <pc:sldMk cId="3674036878" sldId="331"/>
        </pc:sldMkLst>
        <pc:spChg chg="mod">
          <ac:chgData name="Hasan, Mohammad Khalad (Khalad)" userId="2ade19a1-4a2a-402a-b1bb-fb74b7b4c27c" providerId="ADAL" clId="{A5C48FC1-36D7-4176-B4B4-BECAD671CECB}" dt="2022-12-01T00:48:22.693" v="362" actId="207"/>
          <ac:spMkLst>
            <pc:docMk/>
            <pc:sldMk cId="3674036878" sldId="331"/>
            <ac:spMk id="4" creationId="{00000000-0000-0000-0000-000000000000}"/>
          </ac:spMkLst>
        </pc:spChg>
      </pc:sldChg>
      <pc:sldChg chg="modSp">
        <pc:chgData name="Hasan, Mohammad Khalad (Khalad)" userId="2ade19a1-4a2a-402a-b1bb-fb74b7b4c27c" providerId="ADAL" clId="{A5C48FC1-36D7-4176-B4B4-BECAD671CECB}" dt="2022-12-01T00:49:55.147" v="402" actId="20577"/>
        <pc:sldMkLst>
          <pc:docMk/>
          <pc:sldMk cId="2969571594" sldId="332"/>
        </pc:sldMkLst>
        <pc:spChg chg="mod">
          <ac:chgData name="Hasan, Mohammad Khalad (Khalad)" userId="2ade19a1-4a2a-402a-b1bb-fb74b7b4c27c" providerId="ADAL" clId="{A5C48FC1-36D7-4176-B4B4-BECAD671CECB}" dt="2022-11-30T23:59:20.340" v="41" actId="20577"/>
          <ac:spMkLst>
            <pc:docMk/>
            <pc:sldMk cId="2969571594" sldId="332"/>
            <ac:spMk id="2" creationId="{00000000-0000-0000-0000-000000000000}"/>
          </ac:spMkLst>
        </pc:spChg>
        <pc:spChg chg="mod">
          <ac:chgData name="Hasan, Mohammad Khalad (Khalad)" userId="2ade19a1-4a2a-402a-b1bb-fb74b7b4c27c" providerId="ADAL" clId="{A5C48FC1-36D7-4176-B4B4-BECAD671CECB}" dt="2022-12-01T00:49:55.147" v="402" actId="20577"/>
          <ac:spMkLst>
            <pc:docMk/>
            <pc:sldMk cId="2969571594" sldId="332"/>
            <ac:spMk id="4" creationId="{00000000-0000-0000-0000-000000000000}"/>
          </ac:spMkLst>
        </pc:spChg>
      </pc:sldChg>
      <pc:sldChg chg="del">
        <pc:chgData name="Hasan, Mohammad Khalad (Khalad)" userId="2ade19a1-4a2a-402a-b1bb-fb74b7b4c27c" providerId="ADAL" clId="{A5C48FC1-36D7-4176-B4B4-BECAD671CECB}" dt="2022-12-01T00:43:57.738" v="221" actId="2696"/>
        <pc:sldMkLst>
          <pc:docMk/>
          <pc:sldMk cId="1298664401" sldId="333"/>
        </pc:sldMkLst>
      </pc:sldChg>
      <pc:sldChg chg="del">
        <pc:chgData name="Hasan, Mohammad Khalad (Khalad)" userId="2ade19a1-4a2a-402a-b1bb-fb74b7b4c27c" providerId="ADAL" clId="{A5C48FC1-36D7-4176-B4B4-BECAD671CECB}" dt="2022-12-01T00:43:57.743" v="222" actId="2696"/>
        <pc:sldMkLst>
          <pc:docMk/>
          <pc:sldMk cId="3362455441" sldId="334"/>
        </pc:sldMkLst>
      </pc:sldChg>
      <pc:sldChg chg="del">
        <pc:chgData name="Hasan, Mohammad Khalad (Khalad)" userId="2ade19a1-4a2a-402a-b1bb-fb74b7b4c27c" providerId="ADAL" clId="{A5C48FC1-36D7-4176-B4B4-BECAD671CECB}" dt="2022-12-01T00:43:57.758" v="224" actId="2696"/>
        <pc:sldMkLst>
          <pc:docMk/>
          <pc:sldMk cId="3597678475" sldId="335"/>
        </pc:sldMkLst>
      </pc:sldChg>
      <pc:sldChg chg="del">
        <pc:chgData name="Hasan, Mohammad Khalad (Khalad)" userId="2ade19a1-4a2a-402a-b1bb-fb74b7b4c27c" providerId="ADAL" clId="{A5C48FC1-36D7-4176-B4B4-BECAD671CECB}" dt="2022-12-01T00:43:57.751" v="223" actId="2696"/>
        <pc:sldMkLst>
          <pc:docMk/>
          <pc:sldMk cId="3249019918" sldId="337"/>
        </pc:sldMkLst>
      </pc:sldChg>
      <pc:sldChg chg="modSp add">
        <pc:chgData name="Hasan, Mohammad Khalad (Khalad)" userId="2ade19a1-4a2a-402a-b1bb-fb74b7b4c27c" providerId="ADAL" clId="{A5C48FC1-36D7-4176-B4B4-BECAD671CECB}" dt="2022-12-01T00:50:01.085" v="404"/>
        <pc:sldMkLst>
          <pc:docMk/>
          <pc:sldMk cId="2236773882" sldId="338"/>
        </pc:sldMkLst>
        <pc:spChg chg="mod">
          <ac:chgData name="Hasan, Mohammad Khalad (Khalad)" userId="2ade19a1-4a2a-402a-b1bb-fb74b7b4c27c" providerId="ADAL" clId="{A5C48FC1-36D7-4176-B4B4-BECAD671CECB}" dt="2022-12-01T00:43:25.410" v="213" actId="20577"/>
          <ac:spMkLst>
            <pc:docMk/>
            <pc:sldMk cId="2236773882" sldId="338"/>
            <ac:spMk id="2" creationId="{00000000-0000-0000-0000-000000000000}"/>
          </ac:spMkLst>
        </pc:spChg>
        <pc:spChg chg="mod">
          <ac:chgData name="Hasan, Mohammad Khalad (Khalad)" userId="2ade19a1-4a2a-402a-b1bb-fb74b7b4c27c" providerId="ADAL" clId="{A5C48FC1-36D7-4176-B4B4-BECAD671CECB}" dt="2022-12-01T00:50:01.085" v="404"/>
          <ac:spMkLst>
            <pc:docMk/>
            <pc:sldMk cId="2236773882" sldId="338"/>
            <ac:spMk id="4" creationId="{00000000-0000-0000-0000-000000000000}"/>
          </ac:spMkLst>
        </pc:spChg>
      </pc:sldChg>
      <pc:sldChg chg="add del">
        <pc:chgData name="Hasan, Mohammad Khalad (Khalad)" userId="2ade19a1-4a2a-402a-b1bb-fb74b7b4c27c" providerId="ADAL" clId="{A5C48FC1-36D7-4176-B4B4-BECAD671CECB}" dt="2022-12-01T00:43:37.614" v="215" actId="2696"/>
        <pc:sldMkLst>
          <pc:docMk/>
          <pc:sldMk cId="610475358" sldId="339"/>
        </pc:sldMkLst>
      </pc:sldChg>
      <pc:sldChg chg="modSp add">
        <pc:chgData name="Hasan, Mohammad Khalad (Khalad)" userId="2ade19a1-4a2a-402a-b1bb-fb74b7b4c27c" providerId="ADAL" clId="{A5C48FC1-36D7-4176-B4B4-BECAD671CECB}" dt="2022-12-01T00:50:08.693" v="406"/>
        <pc:sldMkLst>
          <pc:docMk/>
          <pc:sldMk cId="1662013090" sldId="339"/>
        </pc:sldMkLst>
        <pc:spChg chg="mod">
          <ac:chgData name="Hasan, Mohammad Khalad (Khalad)" userId="2ade19a1-4a2a-402a-b1bb-fb74b7b4c27c" providerId="ADAL" clId="{A5C48FC1-36D7-4176-B4B4-BECAD671CECB}" dt="2022-12-01T00:43:42.553" v="218" actId="20577"/>
          <ac:spMkLst>
            <pc:docMk/>
            <pc:sldMk cId="1662013090" sldId="339"/>
            <ac:spMk id="2" creationId="{00000000-0000-0000-0000-000000000000}"/>
          </ac:spMkLst>
        </pc:spChg>
        <pc:spChg chg="mod">
          <ac:chgData name="Hasan, Mohammad Khalad (Khalad)" userId="2ade19a1-4a2a-402a-b1bb-fb74b7b4c27c" providerId="ADAL" clId="{A5C48FC1-36D7-4176-B4B4-BECAD671CECB}" dt="2022-12-01T00:50:08.693" v="406"/>
          <ac:spMkLst>
            <pc:docMk/>
            <pc:sldMk cId="1662013090" sldId="339"/>
            <ac:spMk id="4" creationId="{00000000-0000-0000-0000-000000000000}"/>
          </ac:spMkLst>
        </pc:spChg>
      </pc:sldChg>
      <pc:sldChg chg="modSp add">
        <pc:chgData name="Hasan, Mohammad Khalad (Khalad)" userId="2ade19a1-4a2a-402a-b1bb-fb74b7b4c27c" providerId="ADAL" clId="{A5C48FC1-36D7-4176-B4B4-BECAD671CECB}" dt="2022-12-01T00:50:13.389" v="408"/>
        <pc:sldMkLst>
          <pc:docMk/>
          <pc:sldMk cId="746202287" sldId="340"/>
        </pc:sldMkLst>
        <pc:spChg chg="mod">
          <ac:chgData name="Hasan, Mohammad Khalad (Khalad)" userId="2ade19a1-4a2a-402a-b1bb-fb74b7b4c27c" providerId="ADAL" clId="{A5C48FC1-36D7-4176-B4B4-BECAD671CECB}" dt="2022-12-01T00:43:45.947" v="220" actId="20577"/>
          <ac:spMkLst>
            <pc:docMk/>
            <pc:sldMk cId="746202287" sldId="340"/>
            <ac:spMk id="2" creationId="{00000000-0000-0000-0000-000000000000}"/>
          </ac:spMkLst>
        </pc:spChg>
        <pc:spChg chg="mod">
          <ac:chgData name="Hasan, Mohammad Khalad (Khalad)" userId="2ade19a1-4a2a-402a-b1bb-fb74b7b4c27c" providerId="ADAL" clId="{A5C48FC1-36D7-4176-B4B4-BECAD671CECB}" dt="2022-12-01T00:50:13.389" v="408"/>
          <ac:spMkLst>
            <pc:docMk/>
            <pc:sldMk cId="746202287" sldId="340"/>
            <ac:spMk id="4" creationId="{00000000-0000-0000-0000-000000000000}"/>
          </ac:spMkLst>
        </pc:spChg>
      </pc:sldChg>
      <pc:sldChg chg="modSp add">
        <pc:chgData name="Hasan, Mohammad Khalad (Khalad)" userId="2ade19a1-4a2a-402a-b1bb-fb74b7b4c27c" providerId="ADAL" clId="{A5C48FC1-36D7-4176-B4B4-BECAD671CECB}" dt="2022-12-01T00:49:59.033" v="403"/>
        <pc:sldMkLst>
          <pc:docMk/>
          <pc:sldMk cId="620414433" sldId="341"/>
        </pc:sldMkLst>
        <pc:spChg chg="mod">
          <ac:chgData name="Hasan, Mohammad Khalad (Khalad)" userId="2ade19a1-4a2a-402a-b1bb-fb74b7b4c27c" providerId="ADAL" clId="{A5C48FC1-36D7-4176-B4B4-BECAD671CECB}" dt="2022-12-01T00:44:31.762" v="236" actId="20577"/>
          <ac:spMkLst>
            <pc:docMk/>
            <pc:sldMk cId="620414433" sldId="341"/>
            <ac:spMk id="2" creationId="{00000000-0000-0000-0000-000000000000}"/>
          </ac:spMkLst>
        </pc:spChg>
        <pc:spChg chg="mod">
          <ac:chgData name="Hasan, Mohammad Khalad (Khalad)" userId="2ade19a1-4a2a-402a-b1bb-fb74b7b4c27c" providerId="ADAL" clId="{A5C48FC1-36D7-4176-B4B4-BECAD671CECB}" dt="2022-12-01T00:49:59.033" v="403"/>
          <ac:spMkLst>
            <pc:docMk/>
            <pc:sldMk cId="620414433" sldId="341"/>
            <ac:spMk id="4" creationId="{00000000-0000-0000-0000-000000000000}"/>
          </ac:spMkLst>
        </pc:spChg>
      </pc:sldChg>
      <pc:sldChg chg="modSp add">
        <pc:chgData name="Hasan, Mohammad Khalad (Khalad)" userId="2ade19a1-4a2a-402a-b1bb-fb74b7b4c27c" providerId="ADAL" clId="{A5C48FC1-36D7-4176-B4B4-BECAD671CECB}" dt="2022-12-01T00:50:04.593" v="405"/>
        <pc:sldMkLst>
          <pc:docMk/>
          <pc:sldMk cId="3135555028" sldId="342"/>
        </pc:sldMkLst>
        <pc:spChg chg="mod">
          <ac:chgData name="Hasan, Mohammad Khalad (Khalad)" userId="2ade19a1-4a2a-402a-b1bb-fb74b7b4c27c" providerId="ADAL" clId="{A5C48FC1-36D7-4176-B4B4-BECAD671CECB}" dt="2022-12-01T00:50:04.593" v="405"/>
          <ac:spMkLst>
            <pc:docMk/>
            <pc:sldMk cId="3135555028" sldId="342"/>
            <ac:spMk id="4" creationId="{00000000-0000-0000-0000-000000000000}"/>
          </ac:spMkLst>
        </pc:spChg>
      </pc:sldChg>
      <pc:sldChg chg="modSp add">
        <pc:chgData name="Hasan, Mohammad Khalad (Khalad)" userId="2ade19a1-4a2a-402a-b1bb-fb74b7b4c27c" providerId="ADAL" clId="{A5C48FC1-36D7-4176-B4B4-BECAD671CECB}" dt="2022-12-01T00:50:10.802" v="407"/>
        <pc:sldMkLst>
          <pc:docMk/>
          <pc:sldMk cId="2646533078" sldId="343"/>
        </pc:sldMkLst>
        <pc:spChg chg="mod">
          <ac:chgData name="Hasan, Mohammad Khalad (Khalad)" userId="2ade19a1-4a2a-402a-b1bb-fb74b7b4c27c" providerId="ADAL" clId="{A5C48FC1-36D7-4176-B4B4-BECAD671CECB}" dt="2022-12-01T00:50:10.802" v="407"/>
          <ac:spMkLst>
            <pc:docMk/>
            <pc:sldMk cId="2646533078" sldId="343"/>
            <ac:spMk id="4" creationId="{00000000-0000-0000-0000-000000000000}"/>
          </ac:spMkLst>
        </pc:spChg>
      </pc:sldChg>
      <pc:sldChg chg="modSp add">
        <pc:chgData name="Hasan, Mohammad Khalad (Khalad)" userId="2ade19a1-4a2a-402a-b1bb-fb74b7b4c27c" providerId="ADAL" clId="{A5C48FC1-36D7-4176-B4B4-BECAD671CECB}" dt="2022-12-01T00:50:17.148" v="409"/>
        <pc:sldMkLst>
          <pc:docMk/>
          <pc:sldMk cId="2892434341" sldId="344"/>
        </pc:sldMkLst>
        <pc:spChg chg="mod">
          <ac:chgData name="Hasan, Mohammad Khalad (Khalad)" userId="2ade19a1-4a2a-402a-b1bb-fb74b7b4c27c" providerId="ADAL" clId="{A5C48FC1-36D7-4176-B4B4-BECAD671CECB}" dt="2022-12-01T00:50:17.148" v="409"/>
          <ac:spMkLst>
            <pc:docMk/>
            <pc:sldMk cId="2892434341" sldId="344"/>
            <ac:spMk id="4" creationId="{00000000-0000-0000-0000-000000000000}"/>
          </ac:spMkLst>
        </pc:spChg>
      </pc:sldChg>
      <pc:sldChg chg="modSp add del">
        <pc:chgData name="Hasan, Mohammad Khalad (Khalad)" userId="2ade19a1-4a2a-402a-b1bb-fb74b7b4c27c" providerId="ADAL" clId="{A5C48FC1-36D7-4176-B4B4-BECAD671CECB}" dt="2022-12-01T00:49:43.614" v="401" actId="2696"/>
        <pc:sldMkLst>
          <pc:docMk/>
          <pc:sldMk cId="3583523807" sldId="345"/>
        </pc:sldMkLst>
        <pc:spChg chg="mod">
          <ac:chgData name="Hasan, Mohammad Khalad (Khalad)" userId="2ade19a1-4a2a-402a-b1bb-fb74b7b4c27c" providerId="ADAL" clId="{A5C48FC1-36D7-4176-B4B4-BECAD671CECB}" dt="2022-12-01T00:49:31.046" v="398" actId="20577"/>
          <ac:spMkLst>
            <pc:docMk/>
            <pc:sldMk cId="3583523807" sldId="345"/>
            <ac:spMk id="2" creationId="{00000000-0000-0000-0000-000000000000}"/>
          </ac:spMkLst>
        </pc:spChg>
        <pc:spChg chg="mod">
          <ac:chgData name="Hasan, Mohammad Khalad (Khalad)" userId="2ade19a1-4a2a-402a-b1bb-fb74b7b4c27c" providerId="ADAL" clId="{A5C48FC1-36D7-4176-B4B4-BECAD671CECB}" dt="2022-12-01T00:49:34.638" v="400" actId="6549"/>
          <ac:spMkLst>
            <pc:docMk/>
            <pc:sldMk cId="3583523807" sldId="345"/>
            <ac:spMk id="4" creationId="{00000000-0000-0000-0000-000000000000}"/>
          </ac:spMkLst>
        </pc:spChg>
      </pc:sldChg>
    </pc:docChg>
  </pc:docChgLst>
  <pc:docChgLst>
    <pc:chgData name="Hasan, Mohammad Khalad (Khalad)" userId="2ade19a1-4a2a-402a-b1bb-fb74b7b4c27c" providerId="ADAL" clId="{A965D659-BBFB-48CB-A9E4-F6B43B3CC195}"/>
    <pc:docChg chg="addSld delSld modSld">
      <pc:chgData name="Hasan, Mohammad Khalad (Khalad)" userId="2ade19a1-4a2a-402a-b1bb-fb74b7b4c27c" providerId="ADAL" clId="{A965D659-BBFB-48CB-A9E4-F6B43B3CC195}" dt="2025-11-11T05:36:33.238" v="23"/>
      <pc:docMkLst>
        <pc:docMk/>
      </pc:docMkLst>
      <pc:sldChg chg="modSp mod">
        <pc:chgData name="Hasan, Mohammad Khalad (Khalad)" userId="2ade19a1-4a2a-402a-b1bb-fb74b7b4c27c" providerId="ADAL" clId="{A965D659-BBFB-48CB-A9E4-F6B43B3CC195}" dt="2025-11-11T05:36:17.452" v="18" actId="20577"/>
        <pc:sldMkLst>
          <pc:docMk/>
          <pc:sldMk cId="2969571594" sldId="332"/>
        </pc:sldMkLst>
        <pc:spChg chg="mod">
          <ac:chgData name="Hasan, Mohammad Khalad (Khalad)" userId="2ade19a1-4a2a-402a-b1bb-fb74b7b4c27c" providerId="ADAL" clId="{A965D659-BBFB-48CB-A9E4-F6B43B3CC195}" dt="2025-11-11T05:36:17.452" v="18" actId="20577"/>
          <ac:spMkLst>
            <pc:docMk/>
            <pc:sldMk cId="2969571594" sldId="332"/>
            <ac:spMk id="4" creationId="{00000000-0000-0000-0000-000000000000}"/>
          </ac:spMkLst>
        </pc:spChg>
      </pc:sldChg>
      <pc:sldChg chg="modSp mod">
        <pc:chgData name="Hasan, Mohammad Khalad (Khalad)" userId="2ade19a1-4a2a-402a-b1bb-fb74b7b4c27c" providerId="ADAL" clId="{A965D659-BBFB-48CB-A9E4-F6B43B3CC195}" dt="2025-11-11T05:36:21.532" v="19"/>
        <pc:sldMkLst>
          <pc:docMk/>
          <pc:sldMk cId="2236773882" sldId="338"/>
        </pc:sldMkLst>
        <pc:spChg chg="mod">
          <ac:chgData name="Hasan, Mohammad Khalad (Khalad)" userId="2ade19a1-4a2a-402a-b1bb-fb74b7b4c27c" providerId="ADAL" clId="{A965D659-BBFB-48CB-A9E4-F6B43B3CC195}" dt="2025-11-11T05:36:21.532" v="19"/>
          <ac:spMkLst>
            <pc:docMk/>
            <pc:sldMk cId="2236773882" sldId="338"/>
            <ac:spMk id="4" creationId="{00000000-0000-0000-0000-000000000000}"/>
          </ac:spMkLst>
        </pc:spChg>
      </pc:sldChg>
      <pc:sldChg chg="modSp mod">
        <pc:chgData name="Hasan, Mohammad Khalad (Khalad)" userId="2ade19a1-4a2a-402a-b1bb-fb74b7b4c27c" providerId="ADAL" clId="{A965D659-BBFB-48CB-A9E4-F6B43B3CC195}" dt="2025-11-11T05:36:24.706" v="20"/>
        <pc:sldMkLst>
          <pc:docMk/>
          <pc:sldMk cId="1662013090" sldId="339"/>
        </pc:sldMkLst>
        <pc:spChg chg="mod">
          <ac:chgData name="Hasan, Mohammad Khalad (Khalad)" userId="2ade19a1-4a2a-402a-b1bb-fb74b7b4c27c" providerId="ADAL" clId="{A965D659-BBFB-48CB-A9E4-F6B43B3CC195}" dt="2025-11-11T05:36:24.706" v="20"/>
          <ac:spMkLst>
            <pc:docMk/>
            <pc:sldMk cId="1662013090" sldId="339"/>
            <ac:spMk id="4" creationId="{00000000-0000-0000-0000-000000000000}"/>
          </ac:spMkLst>
        </pc:spChg>
      </pc:sldChg>
      <pc:sldChg chg="modSp mod">
        <pc:chgData name="Hasan, Mohammad Khalad (Khalad)" userId="2ade19a1-4a2a-402a-b1bb-fb74b7b4c27c" providerId="ADAL" clId="{A965D659-BBFB-48CB-A9E4-F6B43B3CC195}" dt="2025-11-11T05:36:27.650" v="21"/>
        <pc:sldMkLst>
          <pc:docMk/>
          <pc:sldMk cId="746202287" sldId="340"/>
        </pc:sldMkLst>
        <pc:spChg chg="mod">
          <ac:chgData name="Hasan, Mohammad Khalad (Khalad)" userId="2ade19a1-4a2a-402a-b1bb-fb74b7b4c27c" providerId="ADAL" clId="{A965D659-BBFB-48CB-A9E4-F6B43B3CC195}" dt="2025-11-11T05:36:27.650" v="21"/>
          <ac:spMkLst>
            <pc:docMk/>
            <pc:sldMk cId="746202287" sldId="340"/>
            <ac:spMk id="4" creationId="{00000000-0000-0000-0000-000000000000}"/>
          </ac:spMkLst>
        </pc:spChg>
      </pc:sldChg>
      <pc:sldChg chg="del">
        <pc:chgData name="Hasan, Mohammad Khalad (Khalad)" userId="2ade19a1-4a2a-402a-b1bb-fb74b7b4c27c" providerId="ADAL" clId="{A965D659-BBFB-48CB-A9E4-F6B43B3CC195}" dt="2025-11-11T05:35:29.442" v="3" actId="47"/>
        <pc:sldMkLst>
          <pc:docMk/>
          <pc:sldMk cId="620414433" sldId="341"/>
        </pc:sldMkLst>
      </pc:sldChg>
      <pc:sldChg chg="del">
        <pc:chgData name="Hasan, Mohammad Khalad (Khalad)" userId="2ade19a1-4a2a-402a-b1bb-fb74b7b4c27c" providerId="ADAL" clId="{A965D659-BBFB-48CB-A9E4-F6B43B3CC195}" dt="2025-11-11T05:35:34.936" v="4" actId="47"/>
        <pc:sldMkLst>
          <pc:docMk/>
          <pc:sldMk cId="3135555028" sldId="342"/>
        </pc:sldMkLst>
      </pc:sldChg>
      <pc:sldChg chg="del">
        <pc:chgData name="Hasan, Mohammad Khalad (Khalad)" userId="2ade19a1-4a2a-402a-b1bb-fb74b7b4c27c" providerId="ADAL" clId="{A965D659-BBFB-48CB-A9E4-F6B43B3CC195}" dt="2025-11-11T05:35:39.458" v="5" actId="47"/>
        <pc:sldMkLst>
          <pc:docMk/>
          <pc:sldMk cId="2646533078" sldId="343"/>
        </pc:sldMkLst>
      </pc:sldChg>
      <pc:sldChg chg="del">
        <pc:chgData name="Hasan, Mohammad Khalad (Khalad)" userId="2ade19a1-4a2a-402a-b1bb-fb74b7b4c27c" providerId="ADAL" clId="{A965D659-BBFB-48CB-A9E4-F6B43B3CC195}" dt="2025-11-11T05:35:43.054" v="6" actId="47"/>
        <pc:sldMkLst>
          <pc:docMk/>
          <pc:sldMk cId="2892434341" sldId="344"/>
        </pc:sldMkLst>
      </pc:sldChg>
      <pc:sldChg chg="modSp add mod">
        <pc:chgData name="Hasan, Mohammad Khalad (Khalad)" userId="2ade19a1-4a2a-402a-b1bb-fb74b7b4c27c" providerId="ADAL" clId="{A965D659-BBFB-48CB-A9E4-F6B43B3CC195}" dt="2025-11-11T05:36:30.639" v="22"/>
        <pc:sldMkLst>
          <pc:docMk/>
          <pc:sldMk cId="3622075258" sldId="345"/>
        </pc:sldMkLst>
        <pc:spChg chg="mod">
          <ac:chgData name="Hasan, Mohammad Khalad (Khalad)" userId="2ade19a1-4a2a-402a-b1bb-fb74b7b4c27c" providerId="ADAL" clId="{A965D659-BBFB-48CB-A9E4-F6B43B3CC195}" dt="2025-11-11T05:34:56.757" v="1" actId="20577"/>
          <ac:spMkLst>
            <pc:docMk/>
            <pc:sldMk cId="3622075258" sldId="345"/>
            <ac:spMk id="2" creationId="{00000000-0000-0000-0000-000000000000}"/>
          </ac:spMkLst>
        </pc:spChg>
        <pc:spChg chg="mod">
          <ac:chgData name="Hasan, Mohammad Khalad (Khalad)" userId="2ade19a1-4a2a-402a-b1bb-fb74b7b4c27c" providerId="ADAL" clId="{A965D659-BBFB-48CB-A9E4-F6B43B3CC195}" dt="2025-11-11T05:36:30.639" v="22"/>
          <ac:spMkLst>
            <pc:docMk/>
            <pc:sldMk cId="3622075258" sldId="345"/>
            <ac:spMk id="4" creationId="{00000000-0000-0000-0000-000000000000}"/>
          </ac:spMkLst>
        </pc:spChg>
      </pc:sldChg>
      <pc:sldChg chg="add del">
        <pc:chgData name="Hasan, Mohammad Khalad (Khalad)" userId="2ade19a1-4a2a-402a-b1bb-fb74b7b4c27c" providerId="ADAL" clId="{A965D659-BBFB-48CB-A9E4-F6B43B3CC195}" dt="2025-11-11T05:35:45.241" v="7" actId="47"/>
        <pc:sldMkLst>
          <pc:docMk/>
          <pc:sldMk cId="1150493763" sldId="346"/>
        </pc:sldMkLst>
      </pc:sldChg>
      <pc:sldChg chg="modSp add mod">
        <pc:chgData name="Hasan, Mohammad Khalad (Khalad)" userId="2ade19a1-4a2a-402a-b1bb-fb74b7b4c27c" providerId="ADAL" clId="{A965D659-BBFB-48CB-A9E4-F6B43B3CC195}" dt="2025-11-11T05:36:33.238" v="23"/>
        <pc:sldMkLst>
          <pc:docMk/>
          <pc:sldMk cId="1882467143" sldId="347"/>
        </pc:sldMkLst>
        <pc:spChg chg="mod">
          <ac:chgData name="Hasan, Mohammad Khalad (Khalad)" userId="2ade19a1-4a2a-402a-b1bb-fb74b7b4c27c" providerId="ADAL" clId="{A965D659-BBFB-48CB-A9E4-F6B43B3CC195}" dt="2025-11-11T05:35:04.232" v="2" actId="20577"/>
          <ac:spMkLst>
            <pc:docMk/>
            <pc:sldMk cId="1882467143" sldId="347"/>
            <ac:spMk id="2" creationId="{00000000-0000-0000-0000-000000000000}"/>
          </ac:spMkLst>
        </pc:spChg>
        <pc:spChg chg="mod">
          <ac:chgData name="Hasan, Mohammad Khalad (Khalad)" userId="2ade19a1-4a2a-402a-b1bb-fb74b7b4c27c" providerId="ADAL" clId="{A965D659-BBFB-48CB-A9E4-F6B43B3CC195}" dt="2025-11-11T05:36:33.238" v="23"/>
          <ac:spMkLst>
            <pc:docMk/>
            <pc:sldMk cId="1882467143" sldId="347"/>
            <ac:spMk id="4" creationId="{00000000-0000-0000-0000-000000000000}"/>
          </ac:spMkLst>
        </pc:spChg>
      </pc:sldChg>
      <pc:sldChg chg="add del">
        <pc:chgData name="Hasan, Mohammad Khalad (Khalad)" userId="2ade19a1-4a2a-402a-b1bb-fb74b7b4c27c" providerId="ADAL" clId="{A965D659-BBFB-48CB-A9E4-F6B43B3CC195}" dt="2025-11-11T05:35:47.205" v="8" actId="47"/>
        <pc:sldMkLst>
          <pc:docMk/>
          <pc:sldMk cId="2926190205" sldId="348"/>
        </pc:sldMkLst>
      </pc:sldChg>
    </pc:docChg>
  </pc:docChgLst>
  <pc:docChgLst>
    <pc:chgData name="Hasan, Mohammad Khalad (Khalad)" userId="2ade19a1-4a2a-402a-b1bb-fb74b7b4c27c" providerId="ADAL" clId="{4165BEB0-A78B-4D2F-BD4A-2A3BCF8041DF}"/>
    <pc:docChg chg="custSel addSld delSld modSld modMainMaster">
      <pc:chgData name="Hasan, Mohammad Khalad (Khalad)" userId="2ade19a1-4a2a-402a-b1bb-fb74b7b4c27c" providerId="ADAL" clId="{4165BEB0-A78B-4D2F-BD4A-2A3BCF8041DF}" dt="2022-11-23T07:14:06.935" v="93" actId="1076"/>
      <pc:docMkLst>
        <pc:docMk/>
      </pc:docMkLst>
      <pc:sldChg chg="modSp">
        <pc:chgData name="Hasan, Mohammad Khalad (Khalad)" userId="2ade19a1-4a2a-402a-b1bb-fb74b7b4c27c" providerId="ADAL" clId="{4165BEB0-A78B-4D2F-BD4A-2A3BCF8041DF}" dt="2022-11-23T07:14:06.935" v="93" actId="1076"/>
        <pc:sldMkLst>
          <pc:docMk/>
          <pc:sldMk cId="1001631104" sldId="257"/>
        </pc:sldMkLst>
        <pc:spChg chg="mod">
          <ac:chgData name="Hasan, Mohammad Khalad (Khalad)" userId="2ade19a1-4a2a-402a-b1bb-fb74b7b4c27c" providerId="ADAL" clId="{4165BEB0-A78B-4D2F-BD4A-2A3BCF8041DF}" dt="2022-11-23T07:14:06.935" v="93" actId="1076"/>
          <ac:spMkLst>
            <pc:docMk/>
            <pc:sldMk cId="1001631104" sldId="257"/>
            <ac:spMk id="6" creationId="{00000000-0000-0000-0000-000000000000}"/>
          </ac:spMkLst>
        </pc:spChg>
        <pc:spChg chg="mod">
          <ac:chgData name="Hasan, Mohammad Khalad (Khalad)" userId="2ade19a1-4a2a-402a-b1bb-fb74b7b4c27c" providerId="ADAL" clId="{4165BEB0-A78B-4D2F-BD4A-2A3BCF8041DF}" dt="2022-11-23T07:14:03.216" v="92" actId="1076"/>
          <ac:spMkLst>
            <pc:docMk/>
            <pc:sldMk cId="1001631104" sldId="257"/>
            <ac:spMk id="8" creationId="{00000000-0000-0000-0000-000000000000}"/>
          </ac:spMkLst>
        </pc:spChg>
        <pc:spChg chg="mod">
          <ac:chgData name="Hasan, Mohammad Khalad (Khalad)" userId="2ade19a1-4a2a-402a-b1bb-fb74b7b4c27c" providerId="ADAL" clId="{4165BEB0-A78B-4D2F-BD4A-2A3BCF8041DF}" dt="2022-11-23T07:13:59.090" v="91" actId="14100"/>
          <ac:spMkLst>
            <pc:docMk/>
            <pc:sldMk cId="1001631104" sldId="257"/>
            <ac:spMk id="10241" creationId="{00000000-0000-0000-0000-000000000000}"/>
          </ac:spMkLst>
        </pc:spChg>
      </pc:sldChg>
      <pc:sldChg chg="modSp">
        <pc:chgData name="Hasan, Mohammad Khalad (Khalad)" userId="2ade19a1-4a2a-402a-b1bb-fb74b7b4c27c" providerId="ADAL" clId="{4165BEB0-A78B-4D2F-BD4A-2A3BCF8041DF}" dt="2022-11-23T07:02:48.724" v="4" actId="6549"/>
        <pc:sldMkLst>
          <pc:docMk/>
          <pc:sldMk cId="3674036878" sldId="331"/>
        </pc:sldMkLst>
        <pc:spChg chg="mod">
          <ac:chgData name="Hasan, Mohammad Khalad (Khalad)" userId="2ade19a1-4a2a-402a-b1bb-fb74b7b4c27c" providerId="ADAL" clId="{4165BEB0-A78B-4D2F-BD4A-2A3BCF8041DF}" dt="2022-11-23T07:02:48.724" v="4" actId="6549"/>
          <ac:spMkLst>
            <pc:docMk/>
            <pc:sldMk cId="3674036878" sldId="331"/>
            <ac:spMk id="2" creationId="{00000000-0000-0000-0000-000000000000}"/>
          </ac:spMkLst>
        </pc:spChg>
        <pc:spChg chg="mod">
          <ac:chgData name="Hasan, Mohammad Khalad (Khalad)" userId="2ade19a1-4a2a-402a-b1bb-fb74b7b4c27c" providerId="ADAL" clId="{4165BEB0-A78B-4D2F-BD4A-2A3BCF8041DF}" dt="2022-11-23T07:02:44.375" v="3" actId="6549"/>
          <ac:spMkLst>
            <pc:docMk/>
            <pc:sldMk cId="3674036878" sldId="331"/>
            <ac:spMk id="4" creationId="{00000000-0000-0000-0000-000000000000}"/>
          </ac:spMkLst>
        </pc:spChg>
      </pc:sldChg>
      <pc:sldMasterChg chg="modSp modSldLayout">
        <pc:chgData name="Hasan, Mohammad Khalad (Khalad)" userId="2ade19a1-4a2a-402a-b1bb-fb74b7b4c27c" providerId="ADAL" clId="{4165BEB0-A78B-4D2F-BD4A-2A3BCF8041DF}" dt="2022-11-23T07:13:46.469" v="88"/>
        <pc:sldMasterMkLst>
          <pc:docMk/>
          <pc:sldMasterMk cId="653814713" sldId="2147483677"/>
        </pc:sldMasterMkLst>
        <pc:spChg chg="mod">
          <ac:chgData name="Hasan, Mohammad Khalad (Khalad)" userId="2ade19a1-4a2a-402a-b1bb-fb74b7b4c27c" providerId="ADAL" clId="{4165BEB0-A78B-4D2F-BD4A-2A3BCF8041DF}" dt="2022-11-23T07:13:46.469" v="88"/>
          <ac:spMkLst>
            <pc:docMk/>
            <pc:sldMasterMk cId="653814713" sldId="2147483677"/>
            <ac:spMk id="2" creationId="{00000000-0000-0000-0000-000000000000}"/>
          </ac:spMkLst>
        </pc:spChg>
        <pc:spChg chg="mod">
          <ac:chgData name="Hasan, Mohammad Khalad (Khalad)" userId="2ade19a1-4a2a-402a-b1bb-fb74b7b4c27c" providerId="ADAL" clId="{4165BEB0-A78B-4D2F-BD4A-2A3BCF8041DF}" dt="2022-11-23T07:13:46.469" v="88"/>
          <ac:spMkLst>
            <pc:docMk/>
            <pc:sldMasterMk cId="653814713" sldId="2147483677"/>
            <ac:spMk id="3" creationId="{00000000-0000-0000-0000-000000000000}"/>
          </ac:spMkLst>
        </pc:spChg>
        <pc:spChg chg="mod">
          <ac:chgData name="Hasan, Mohammad Khalad (Khalad)" userId="2ade19a1-4a2a-402a-b1bb-fb74b7b4c27c" providerId="ADAL" clId="{4165BEB0-A78B-4D2F-BD4A-2A3BCF8041DF}" dt="2022-11-23T07:13:46.469" v="88"/>
          <ac:spMkLst>
            <pc:docMk/>
            <pc:sldMasterMk cId="653814713" sldId="2147483677"/>
            <ac:spMk id="6" creationId="{00000000-0000-0000-0000-000000000000}"/>
          </ac:spMkLst>
        </pc:spChg>
        <pc:sldLayoutChg chg="modSp">
          <pc:chgData name="Hasan, Mohammad Khalad (Khalad)" userId="2ade19a1-4a2a-402a-b1bb-fb74b7b4c27c" providerId="ADAL" clId="{4165BEB0-A78B-4D2F-BD4A-2A3BCF8041DF}" dt="2022-11-23T07:13:46.469" v="88"/>
          <pc:sldLayoutMkLst>
            <pc:docMk/>
            <pc:sldMasterMk cId="653814713" sldId="2147483677"/>
            <pc:sldLayoutMk cId="0" sldId="2147483678"/>
          </pc:sldLayoutMkLst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78"/>
              <ac:spMk id="2" creationId="{00000000-0000-0000-0000-000000000000}"/>
            </ac:spMkLst>
          </pc:spChg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78"/>
              <ac:spMk id="3" creationId="{00000000-0000-0000-0000-000000000000}"/>
            </ac:spMkLst>
          </pc:spChg>
        </pc:sldLayoutChg>
        <pc:sldLayoutChg chg="modSp">
          <pc:chgData name="Hasan, Mohammad Khalad (Khalad)" userId="2ade19a1-4a2a-402a-b1bb-fb74b7b4c27c" providerId="ADAL" clId="{4165BEB0-A78B-4D2F-BD4A-2A3BCF8041DF}" dt="2022-11-23T07:13:46.469" v="88"/>
          <pc:sldLayoutMkLst>
            <pc:docMk/>
            <pc:sldMasterMk cId="653814713" sldId="2147483677"/>
            <pc:sldLayoutMk cId="0" sldId="2147483679"/>
          </pc:sldLayoutMkLst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79"/>
              <ac:spMk id="7" creationId="{00000000-0000-0000-0000-000000000000}"/>
            </ac:spMkLst>
          </pc:spChg>
        </pc:sldLayoutChg>
        <pc:sldLayoutChg chg="modSp">
          <pc:chgData name="Hasan, Mohammad Khalad (Khalad)" userId="2ade19a1-4a2a-402a-b1bb-fb74b7b4c27c" providerId="ADAL" clId="{4165BEB0-A78B-4D2F-BD4A-2A3BCF8041DF}" dt="2022-11-23T07:13:46.469" v="88"/>
          <pc:sldLayoutMkLst>
            <pc:docMk/>
            <pc:sldMasterMk cId="653814713" sldId="2147483677"/>
            <pc:sldLayoutMk cId="0" sldId="2147483680"/>
          </pc:sldLayoutMkLst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80"/>
              <ac:spMk id="6" creationId="{00000000-0000-0000-0000-000000000000}"/>
            </ac:spMkLst>
          </pc:spChg>
        </pc:sldLayoutChg>
        <pc:sldLayoutChg chg="modSp">
          <pc:chgData name="Hasan, Mohammad Khalad (Khalad)" userId="2ade19a1-4a2a-402a-b1bb-fb74b7b4c27c" providerId="ADAL" clId="{4165BEB0-A78B-4D2F-BD4A-2A3BCF8041DF}" dt="2022-11-23T07:13:46.469" v="88"/>
          <pc:sldLayoutMkLst>
            <pc:docMk/>
            <pc:sldMasterMk cId="653814713" sldId="2147483677"/>
            <pc:sldLayoutMk cId="0" sldId="2147483681"/>
          </pc:sldLayoutMkLst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81"/>
              <ac:spMk id="2" creationId="{00000000-0000-0000-0000-000000000000}"/>
            </ac:spMkLst>
          </pc:spChg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81"/>
              <ac:spMk id="3" creationId="{00000000-0000-0000-0000-000000000000}"/>
            </ac:spMkLst>
          </pc:spChg>
        </pc:sldLayoutChg>
        <pc:sldLayoutChg chg="modSp">
          <pc:chgData name="Hasan, Mohammad Khalad (Khalad)" userId="2ade19a1-4a2a-402a-b1bb-fb74b7b4c27c" providerId="ADAL" clId="{4165BEB0-A78B-4D2F-BD4A-2A3BCF8041DF}" dt="2022-11-23T07:13:46.469" v="88"/>
          <pc:sldLayoutMkLst>
            <pc:docMk/>
            <pc:sldMasterMk cId="653814713" sldId="2147483677"/>
            <pc:sldLayoutMk cId="0" sldId="2147483683"/>
          </pc:sldLayoutMkLst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83"/>
              <ac:spMk id="5" creationId="{00000000-0000-0000-0000-000000000000}"/>
            </ac:spMkLst>
          </pc:spChg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83"/>
              <ac:spMk id="6" creationId="{00000000-0000-0000-0000-000000000000}"/>
            </ac:spMkLst>
          </pc:spChg>
        </pc:sldLayoutChg>
        <pc:sldLayoutChg chg="modSp">
          <pc:chgData name="Hasan, Mohammad Khalad (Khalad)" userId="2ade19a1-4a2a-402a-b1bb-fb74b7b4c27c" providerId="ADAL" clId="{4165BEB0-A78B-4D2F-BD4A-2A3BCF8041DF}" dt="2022-11-23T07:13:46.469" v="88"/>
          <pc:sldLayoutMkLst>
            <pc:docMk/>
            <pc:sldMasterMk cId="653814713" sldId="2147483677"/>
            <pc:sldLayoutMk cId="0" sldId="2147483684"/>
          </pc:sldLayoutMkLst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84"/>
              <ac:spMk id="2" creationId="{00000000-0000-0000-0000-000000000000}"/>
            </ac:spMkLst>
          </pc:spChg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84"/>
              <ac:spMk id="6" creationId="{00000000-0000-0000-0000-000000000000}"/>
            </ac:spMkLst>
          </pc:spChg>
        </pc:sldLayoutChg>
        <pc:sldLayoutChg chg="modSp">
          <pc:chgData name="Hasan, Mohammad Khalad (Khalad)" userId="2ade19a1-4a2a-402a-b1bb-fb74b7b4c27c" providerId="ADAL" clId="{4165BEB0-A78B-4D2F-BD4A-2A3BCF8041DF}" dt="2022-11-23T07:13:46.469" v="88"/>
          <pc:sldLayoutMkLst>
            <pc:docMk/>
            <pc:sldMasterMk cId="653814713" sldId="2147483677"/>
            <pc:sldLayoutMk cId="0" sldId="2147483685"/>
          </pc:sldLayoutMkLst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85"/>
              <ac:spMk id="4" creationId="{00000000-0000-0000-0000-000000000000}"/>
            </ac:spMkLst>
          </pc:spChg>
        </pc:sldLayoutChg>
        <pc:sldLayoutChg chg="modSp">
          <pc:chgData name="Hasan, Mohammad Khalad (Khalad)" userId="2ade19a1-4a2a-402a-b1bb-fb74b7b4c27c" providerId="ADAL" clId="{4165BEB0-A78B-4D2F-BD4A-2A3BCF8041DF}" dt="2022-11-23T07:13:46.469" v="88"/>
          <pc:sldLayoutMkLst>
            <pc:docMk/>
            <pc:sldMasterMk cId="653814713" sldId="2147483677"/>
            <pc:sldLayoutMk cId="0" sldId="2147483686"/>
          </pc:sldLayoutMkLst>
          <pc:spChg chg="mod">
            <ac:chgData name="Hasan, Mohammad Khalad (Khalad)" userId="2ade19a1-4a2a-402a-b1bb-fb74b7b4c27c" providerId="ADAL" clId="{4165BEB0-A78B-4D2F-BD4A-2A3BCF8041DF}" dt="2022-11-23T07:13:46.469" v="88"/>
            <ac:spMkLst>
              <pc:docMk/>
              <pc:sldMasterMk cId="653814713" sldId="2147483677"/>
              <pc:sldLayoutMk cId="0" sldId="2147483686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23B7F-B0A4-4548-866A-1C343862BBF1}" type="datetimeFigureOut">
              <a:rPr lang="en-US" smtClean="0"/>
              <a:t>11/21/25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964F3-E214-8E4B-93FF-06A10929F1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31492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6FCE3-F006-44F4-AB45-D076B47EC6C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37ACF-13F2-4BF6-A813-C1A8C6880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559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8422ED-6D22-4C8E-86C7-411CA34E56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73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5401"/>
            <a:ext cx="10363200" cy="1470025"/>
          </a:xfrm>
        </p:spPr>
        <p:txBody>
          <a:bodyPr anchor="b">
            <a:normAutofit/>
          </a:bodyPr>
          <a:lstStyle>
            <a:lvl1pPr algn="l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819400"/>
            <a:ext cx="10363200" cy="190500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914400"/>
            <a:ext cx="109728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09600" y="914400"/>
            <a:ext cx="61976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71601"/>
            <a:ext cx="11074400" cy="136207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895601"/>
            <a:ext cx="11074400" cy="1500187"/>
          </a:xfrm>
        </p:spPr>
        <p:txBody>
          <a:bodyPr anchor="t">
            <a:normAutofit/>
          </a:bodyPr>
          <a:lstStyle>
            <a:lvl1pPr marL="276225" indent="-184150">
              <a:buFont typeface="Wingdings" charset="2"/>
              <a:buChar char="§"/>
              <a:tabLst/>
              <a:defRPr lang="en-US" sz="2000" b="0" i="0" kern="1200" dirty="0" smtClean="0">
                <a:solidFill>
                  <a:schemeClr val="tx1"/>
                </a:solidFill>
                <a:latin typeface="Open Sans"/>
                <a:ea typeface="+mn-ea"/>
                <a:cs typeface="Open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22400" y="6248400"/>
            <a:ext cx="304800" cy="628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56015-5295-4B6E-81DA-756E99EA642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22400" y="6248400"/>
            <a:ext cx="304800" cy="628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41116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09600" y="762000"/>
            <a:ext cx="10972800" cy="58674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  <a:tab pos="708025" algn="l"/>
                <a:tab pos="1063625" algn="l"/>
                <a:tab pos="1463675" algn="l"/>
                <a:tab pos="1817688" algn="l"/>
                <a:tab pos="2173288" algn="l"/>
                <a:tab pos="2527300" algn="l"/>
              </a:tabLst>
              <a:defRPr sz="1800">
                <a:latin typeface="Consolas"/>
                <a:cs typeface="Consola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  <a:tab pos="708025" algn="l"/>
                <a:tab pos="1063625" algn="l"/>
                <a:tab pos="1463675" algn="l"/>
                <a:tab pos="1817688" algn="l"/>
                <a:tab pos="2173288" algn="l"/>
                <a:tab pos="2527300" algn="l"/>
              </a:tabLst>
              <a:defRPr sz="1700">
                <a:latin typeface="Consolas"/>
                <a:cs typeface="Consola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tabLst>
                <a:tab pos="354013" algn="l"/>
                <a:tab pos="708025" algn="l"/>
                <a:tab pos="1063625" algn="l"/>
                <a:tab pos="1463675" algn="l"/>
                <a:tab pos="1817688" algn="l"/>
                <a:tab pos="2173288" algn="l"/>
                <a:tab pos="2527300" algn="l"/>
              </a:tabLst>
              <a:defRPr sz="1600">
                <a:latin typeface="Consolas"/>
                <a:cs typeface="Consola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  <a:tab pos="708025" algn="l"/>
                <a:tab pos="1063625" algn="l"/>
                <a:tab pos="1463675" algn="l"/>
                <a:tab pos="1817688" algn="l"/>
                <a:tab pos="2173288" algn="l"/>
                <a:tab pos="2527300" algn="l"/>
              </a:tabLst>
              <a:defRPr sz="1800">
                <a:latin typeface="Consolas"/>
                <a:cs typeface="Consola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54013" algn="l"/>
                <a:tab pos="708025" algn="l"/>
                <a:tab pos="1063625" algn="l"/>
                <a:tab pos="1463675" algn="l"/>
                <a:tab pos="1817688" algn="l"/>
                <a:tab pos="2173288" algn="l"/>
                <a:tab pos="2527300" algn="l"/>
              </a:tabLst>
              <a:defRPr sz="1800">
                <a:latin typeface="Consolas"/>
                <a:cs typeface="Consola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15576" y="5486400"/>
            <a:ext cx="10972800" cy="71438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266700" indent="-133350">
              <a:tabLst/>
              <a:defRPr sz="1600">
                <a:solidFill>
                  <a:schemeClr val="bg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09600" y="5486400"/>
            <a:ext cx="10972800" cy="714380"/>
          </a:xfrm>
        </p:spPr>
        <p:txBody>
          <a:bodyPr/>
          <a:lstStyle>
            <a:lvl1pPr marL="0" indent="0">
              <a:buNone/>
              <a:defRPr sz="1600"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266700" indent="-133350">
              <a:tabLst/>
              <a:defRPr sz="1600">
                <a:latin typeface="Open Sans" pitchFamily="34" charset="0"/>
                <a:ea typeface="Open Sans" pitchFamily="34" charset="0"/>
                <a:cs typeface="Open Sans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14400"/>
            <a:ext cx="109728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cs typeface="Open Sans"/>
              </a:defRPr>
            </a:lvl1pPr>
          </a:lstStyle>
          <a:p>
            <a:fld id="{3F328F3C-B2F0-4A85-ABDD-244BA071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1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200" b="1" i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182563" indent="-182563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SzPct val="80000"/>
        <a:buFont typeface="Wingdings" charset="2"/>
        <a:buChar char="§"/>
        <a:defRPr sz="2000" b="0" i="0" kern="1200">
          <a:solidFill>
            <a:schemeClr val="tx1"/>
          </a:solidFill>
          <a:latin typeface="Open Sans"/>
          <a:ea typeface="+mn-ea"/>
          <a:cs typeface="Open Sans"/>
        </a:defRPr>
      </a:lvl1pPr>
      <a:lvl2pPr marL="355600" indent="-173038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SzPct val="80000"/>
        <a:buFont typeface="Lucida Grande"/>
        <a:buChar char="-"/>
        <a:defRPr sz="2000" b="0" i="0" kern="1200">
          <a:solidFill>
            <a:schemeClr val="tx1"/>
          </a:solidFill>
          <a:latin typeface="Open Sans"/>
          <a:ea typeface="+mn-ea"/>
          <a:cs typeface="Open Sans"/>
        </a:defRPr>
      </a:lvl2pPr>
      <a:lvl3pPr marL="365125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itchFamily="34" charset="0"/>
        <a:buNone/>
        <a:tabLst/>
        <a:defRPr sz="2000" b="0" i="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itchFamily="34" charset="0"/>
        <a:buChar char="–"/>
        <a:defRPr sz="1800" b="0" i="0" kern="1200">
          <a:solidFill>
            <a:schemeClr val="tx1"/>
          </a:solidFill>
          <a:latin typeface="Open Sans"/>
          <a:ea typeface="+mn-ea"/>
          <a:cs typeface="Open San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itchFamily="34" charset="0"/>
        <a:buChar char="»"/>
        <a:defRPr sz="1800" b="0" i="0" kern="1200">
          <a:solidFill>
            <a:schemeClr val="tx1"/>
          </a:solidFill>
          <a:latin typeface="Open Sans"/>
          <a:ea typeface="+mn-ea"/>
          <a:cs typeface="Open San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ctrTitle"/>
          </p:nvPr>
        </p:nvSpPr>
        <p:spPr>
          <a:xfrm>
            <a:off x="685800" y="533400"/>
            <a:ext cx="10896600" cy="708025"/>
          </a:xfrm>
        </p:spPr>
        <p:txBody>
          <a:bodyPr/>
          <a:lstStyle/>
          <a:p>
            <a:r>
              <a:rPr lang="en-US" dirty="0"/>
              <a:t>Tournament Simulator - </a:t>
            </a:r>
            <a:r>
              <a:rPr lang="en-US" dirty="0" err="1"/>
              <a:t>tourny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85800" y="2743200"/>
            <a:ext cx="4267200" cy="1905000"/>
          </a:xfrm>
        </p:spPr>
        <p:txBody>
          <a:bodyPr>
            <a:normAutofit/>
          </a:bodyPr>
          <a:lstStyle/>
          <a:p>
            <a:r>
              <a:rPr lang="en-CA" dirty="0"/>
              <a:t>Jamie Breault </a:t>
            </a:r>
          </a:p>
          <a:p>
            <a:r>
              <a:rPr lang="en-CA" dirty="0"/>
              <a:t>Andre Gnandt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D11F-04C6-4D6B-A7F8-D1C08A72BA9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31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2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Do you like:</a:t>
            </a:r>
          </a:p>
          <a:p>
            <a:pPr lvl="1"/>
            <a:r>
              <a:rPr lang="en-CA" dirty="0"/>
              <a:t>Sports?</a:t>
            </a:r>
          </a:p>
          <a:p>
            <a:pPr lvl="1"/>
            <a:r>
              <a:rPr lang="en-CA" dirty="0"/>
              <a:t>Video games?</a:t>
            </a:r>
          </a:p>
          <a:p>
            <a:pPr lvl="1"/>
            <a:r>
              <a:rPr lang="en-CA" dirty="0"/>
              <a:t>Chess?</a:t>
            </a:r>
          </a:p>
          <a:p>
            <a:r>
              <a:rPr lang="en-CA" dirty="0"/>
              <a:t>Then you could use a TOUNAMENT SIMULATOR!!!</a:t>
            </a:r>
          </a:p>
          <a:p>
            <a:endParaRPr lang="en-CA" dirty="0"/>
          </a:p>
          <a:p>
            <a:endParaRPr lang="en-CA" dirty="0"/>
          </a:p>
        </p:txBody>
      </p:sp>
      <p:pic>
        <p:nvPicPr>
          <p:cNvPr id="3076" name="Picture 4" descr="Sixteen Team Tournament Bracket – Royalty-Free Vector | VectorStock">
            <a:extLst>
              <a:ext uri="{FF2B5EF4-FFF2-40B4-BE49-F238E27FC236}">
                <a16:creationId xmlns:a16="http://schemas.microsoft.com/office/drawing/2014/main" id="{ED97F104-E631-9181-DBD7-F69DEE534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1" b="12778"/>
          <a:stretch>
            <a:fillRect/>
          </a:stretch>
        </p:blipFill>
        <p:spPr bwMode="auto">
          <a:xfrm>
            <a:off x="4102496" y="2893936"/>
            <a:ext cx="6425407" cy="3887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03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Sub-Package 1 (structure) Module 1 (foundation)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Holds all code needed to simulate individual tournaments</a:t>
            </a:r>
          </a:p>
          <a:p>
            <a:r>
              <a:rPr lang="en-CA" dirty="0"/>
              <a:t>Classes:</a:t>
            </a:r>
          </a:p>
          <a:p>
            <a:pPr lvl="1"/>
            <a:r>
              <a:rPr lang="en-CA" dirty="0"/>
              <a:t>Team (name, quality)</a:t>
            </a:r>
          </a:p>
          <a:p>
            <a:pPr lvl="1"/>
            <a:r>
              <a:rPr lang="en-CA" dirty="0"/>
              <a:t>Match (list of 2 Teams, winner)</a:t>
            </a:r>
          </a:p>
          <a:p>
            <a:pPr lvl="1"/>
            <a:r>
              <a:rPr lang="en-CA" dirty="0"/>
              <a:t>Round (list of Matches, round number)</a:t>
            </a:r>
          </a:p>
          <a:p>
            <a:pPr lvl="1"/>
            <a:r>
              <a:rPr lang="en-CA" dirty="0"/>
              <a:t>Tournament (list of Teams, pairing type)</a:t>
            </a:r>
          </a:p>
        </p:txBody>
      </p:sp>
      <p:pic>
        <p:nvPicPr>
          <p:cNvPr id="5122" name="Picture 2" descr="Templates Vector Tournament Brackets 32 Teams Stock Vector (Royalty Free)  2163322201 | Shutterstock">
            <a:extLst>
              <a:ext uri="{FF2B5EF4-FFF2-40B4-BE49-F238E27FC236}">
                <a16:creationId xmlns:a16="http://schemas.microsoft.com/office/drawing/2014/main" id="{BDF07CED-CD27-FFE0-15F1-C0DDA4AAC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2" b="21712"/>
          <a:stretch>
            <a:fillRect/>
          </a:stretch>
        </p:blipFill>
        <p:spPr bwMode="auto">
          <a:xfrm>
            <a:off x="4549332" y="3429000"/>
            <a:ext cx="6760401" cy="282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57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Sub-Package 1 (structure) Module 2 (samples)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4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Preset Teams and lists of Teams</a:t>
            </a:r>
          </a:p>
          <a:p>
            <a:r>
              <a:rPr lang="en-CA" dirty="0"/>
              <a:t>Users can use these instead of custom Teams if they want to</a:t>
            </a:r>
          </a:p>
          <a:p>
            <a:endParaRPr lang="en-CA" dirty="0"/>
          </a:p>
        </p:txBody>
      </p:sp>
      <p:pic>
        <p:nvPicPr>
          <p:cNvPr id="4098" name="Picture 2" descr="National Hockey League - Wikipedia">
            <a:extLst>
              <a:ext uri="{FF2B5EF4-FFF2-40B4-BE49-F238E27FC236}">
                <a16:creationId xmlns:a16="http://schemas.microsoft.com/office/drawing/2014/main" id="{102285AF-AF63-9EA8-47CF-8B19980BA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514600"/>
            <a:ext cx="2571303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5032D-8CF7-3C0E-AB14-6496E2590B42}"/>
              </a:ext>
            </a:extLst>
          </p:cNvPr>
          <p:cNvSpPr/>
          <p:nvPr/>
        </p:nvSpPr>
        <p:spPr>
          <a:xfrm>
            <a:off x="2316661" y="5419075"/>
            <a:ext cx="174797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 Teams</a:t>
            </a:r>
          </a:p>
        </p:txBody>
      </p:sp>
      <p:pic>
        <p:nvPicPr>
          <p:cNvPr id="4102" name="Picture 6" descr="How To Set Up A Chessboard - Chess.com">
            <a:extLst>
              <a:ext uri="{FF2B5EF4-FFF2-40B4-BE49-F238E27FC236}">
                <a16:creationId xmlns:a16="http://schemas.microsoft.com/office/drawing/2014/main" id="{FCB351A0-B645-A2E9-C6C0-94A820FB5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851" y="2514600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C6F3AC-3C72-1B3B-70AD-DF757870D79F}"/>
              </a:ext>
            </a:extLst>
          </p:cNvPr>
          <p:cNvSpPr/>
          <p:nvPr/>
        </p:nvSpPr>
        <p:spPr>
          <a:xfrm>
            <a:off x="6800698" y="5183436"/>
            <a:ext cx="256031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Top 16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Players</a:t>
            </a:r>
          </a:p>
        </p:txBody>
      </p:sp>
    </p:spTree>
    <p:extLst>
      <p:ext uri="{BB962C8B-B14F-4D97-AF65-F5344CB8AC3E}">
        <p14:creationId xmlns:p14="http://schemas.microsoft.com/office/powerpoint/2010/main" val="223677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Sub-Package 2 (analysis) Module 1 (tournament)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5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Functions to analyse Tournaments</a:t>
            </a:r>
          </a:p>
          <a:p>
            <a:pPr lvl="1"/>
            <a:r>
              <a:rPr lang="en-CA" dirty="0"/>
              <a:t>Eg: Given a Tournament, what is the probability of each Team winning? Simulate thousands of runs and average the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B33CC-024E-6FC6-47FA-F3662DB32523}"/>
              </a:ext>
            </a:extLst>
          </p:cNvPr>
          <p:cNvSpPr txBox="1"/>
          <p:nvPr/>
        </p:nvSpPr>
        <p:spPr>
          <a:xfrm>
            <a:off x="4724400" y="4772516"/>
            <a:ext cx="157447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{</a:t>
            </a:r>
          </a:p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    ”Canada”: 0.54,</a:t>
            </a:r>
          </a:p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    “Mexico” : 0.26,</a:t>
            </a:r>
          </a:p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    “Haiti”:  0.19,</a:t>
            </a:r>
          </a:p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    “USA”: 0.01</a:t>
            </a:r>
          </a:p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3B6E31-129C-1684-F6F1-6E397A7E73A0}"/>
              </a:ext>
            </a:extLst>
          </p:cNvPr>
          <p:cNvSpPr/>
          <p:nvPr/>
        </p:nvSpPr>
        <p:spPr>
          <a:xfrm>
            <a:off x="1805801" y="2950338"/>
            <a:ext cx="248439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Tournament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(List of Teams, Pairing Type)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9F19BB-12F7-053D-2A12-3302D621065B}"/>
              </a:ext>
            </a:extLst>
          </p:cNvPr>
          <p:cNvSpPr/>
          <p:nvPr/>
        </p:nvSpPr>
        <p:spPr>
          <a:xfrm>
            <a:off x="6298870" y="2958601"/>
            <a:ext cx="290015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 of Runs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(Eg: 100,000)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C9C1B0D-3EBC-713B-91B6-66E1766F5402}"/>
              </a:ext>
            </a:extLst>
          </p:cNvPr>
          <p:cNvSpPr/>
          <p:nvPr/>
        </p:nvSpPr>
        <p:spPr>
          <a:xfrm rot="5400000">
            <a:off x="4900567" y="1928768"/>
            <a:ext cx="981165" cy="4686300"/>
          </a:xfrm>
          <a:prstGeom prst="rightBrac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13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Sub-Package 2 (analysis) Module 2 (team)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6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Functions to analyse Teams</a:t>
            </a:r>
          </a:p>
          <a:p>
            <a:pPr lvl="1"/>
            <a:r>
              <a:rPr lang="en-CA" dirty="0"/>
              <a:t>Eg: Given a Tournament and a Team, what is the probability of that Team reaching each Round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2EC15-0AFB-0105-EC3D-0E4299A495FB}"/>
              </a:ext>
            </a:extLst>
          </p:cNvPr>
          <p:cNvSpPr txBox="1"/>
          <p:nvPr/>
        </p:nvSpPr>
        <p:spPr>
          <a:xfrm>
            <a:off x="4915369" y="4787205"/>
            <a:ext cx="185980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{</a:t>
            </a:r>
          </a:p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    ”No Wins”: 0.14,</a:t>
            </a:r>
          </a:p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    “Round 1” : 0.36,</a:t>
            </a:r>
          </a:p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    “Round 2”:  0.29,</a:t>
            </a:r>
          </a:p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    “Undefeated”: 0.11</a:t>
            </a:r>
          </a:p>
          <a:p>
            <a:r>
              <a:rPr lang="en-US" sz="1400" dirty="0">
                <a:latin typeface="Chakra Petch" pitchFamily="2" charset="-34"/>
                <a:cs typeface="Chakra Petch" pitchFamily="2" charset="-34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8EAFF-AF21-C5E9-8997-CD65C1058F05}"/>
              </a:ext>
            </a:extLst>
          </p:cNvPr>
          <p:cNvSpPr/>
          <p:nvPr/>
        </p:nvSpPr>
        <p:spPr>
          <a:xfrm>
            <a:off x="1805800" y="2950338"/>
            <a:ext cx="248439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Tournament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(List of 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Teams, Pairing Type)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A660C0-9B95-1938-6560-232A4899E1FE}"/>
              </a:ext>
            </a:extLst>
          </p:cNvPr>
          <p:cNvSpPr/>
          <p:nvPr/>
        </p:nvSpPr>
        <p:spPr>
          <a:xfrm>
            <a:off x="7010400" y="2950338"/>
            <a:ext cx="290015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 of Runs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(Eg: 100,000)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C3B6C45-AECD-5F7B-CAE5-51C21B538221}"/>
              </a:ext>
            </a:extLst>
          </p:cNvPr>
          <p:cNvSpPr/>
          <p:nvPr/>
        </p:nvSpPr>
        <p:spPr>
          <a:xfrm rot="5400000">
            <a:off x="5262517" y="1566819"/>
            <a:ext cx="981165" cy="5410200"/>
          </a:xfrm>
          <a:prstGeom prst="rightBrac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8D3CF3-E926-1E92-B6DB-1E5FF51463BF}"/>
              </a:ext>
            </a:extLst>
          </p:cNvPr>
          <p:cNvSpPr/>
          <p:nvPr/>
        </p:nvSpPr>
        <p:spPr>
          <a:xfrm>
            <a:off x="4825246" y="2950338"/>
            <a:ext cx="185570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(In the Tournament)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1B150B-FE27-2B4F-CAC2-15E1A607A946}"/>
              </a:ext>
            </a:extLst>
          </p:cNvPr>
          <p:cNvCxnSpPr>
            <a:endCxn id="11" idx="1"/>
          </p:cNvCxnSpPr>
          <p:nvPr/>
        </p:nvCxnSpPr>
        <p:spPr>
          <a:xfrm>
            <a:off x="5753097" y="3781335"/>
            <a:ext cx="3" cy="981167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20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Sub-Package 3 (visualization) Module 1 (single)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7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Functions to visualize the results of a Tournament</a:t>
            </a:r>
          </a:p>
          <a:p>
            <a:pPr lvl="1"/>
            <a:r>
              <a:rPr lang="en-CA" dirty="0"/>
              <a:t>Eg: We will use decision tree functions from Scikit-Learn to visualize completed Tournaments</a:t>
            </a:r>
          </a:p>
          <a:p>
            <a:endParaRPr lang="en-CA" dirty="0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B9DB51F7-DE37-59E0-A410-095879763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800860"/>
            <a:ext cx="6244771" cy="437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07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Sub-Package 3 (visualization) Module 2 (analysis)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8F3C-B2F0-4A85-ABDD-244BA071FC36}" type="slidenum">
              <a:rPr lang="en-US" smtClean="0"/>
              <a:t>8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Functions that visualize results from the analysis sub-package</a:t>
            </a:r>
          </a:p>
          <a:p>
            <a:pPr lvl="1"/>
            <a:r>
              <a:rPr lang="en-CA" dirty="0"/>
              <a:t>Eg: A pie chart that shows the chance of each Team winning a Tournament</a:t>
            </a:r>
          </a:p>
          <a:p>
            <a:pPr lvl="1"/>
            <a:r>
              <a:rPr lang="en-CA" dirty="0"/>
              <a:t>Eg: A pie chart that shows the chance of a Team reaching each Round</a:t>
            </a:r>
          </a:p>
          <a:p>
            <a:pPr marL="182562" lvl="1" indent="0">
              <a:buNone/>
            </a:pPr>
            <a:endParaRPr lang="en-CA" dirty="0"/>
          </a:p>
        </p:txBody>
      </p:sp>
      <p:pic>
        <p:nvPicPr>
          <p:cNvPr id="2050" name="Picture 2" descr="How likely is my team to win the world cup? (and are they more likely than  they were?) : r/rugbyunion">
            <a:extLst>
              <a:ext uri="{FF2B5EF4-FFF2-40B4-BE49-F238E27FC236}">
                <a16:creationId xmlns:a16="http://schemas.microsoft.com/office/drawing/2014/main" id="{2B392731-B2BB-5213-ED44-7E2B81FE0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514600"/>
            <a:ext cx="6214652" cy="374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467143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s (2017)">
  <a:themeElements>
    <a:clrScheme name="Lecture Not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9FE13C"/>
      </a:accent2>
      <a:accent3>
        <a:srgbClr val="8AAFF6"/>
      </a:accent3>
      <a:accent4>
        <a:srgbClr val="808080"/>
      </a:accent4>
      <a:accent5>
        <a:srgbClr val="5F5F5F"/>
      </a:accent5>
      <a:accent6>
        <a:srgbClr val="4D4D4D"/>
      </a:accent6>
      <a:hlink>
        <a:srgbClr val="1959EA"/>
      </a:hlink>
      <a:folHlink>
        <a:srgbClr val="1959E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  <a:effectLst/>
      </a:spPr>
      <a:bodyPr rtlCol="0" anchor="ctr"/>
      <a:lstStyle>
        <a:defPPr algn="ctr">
          <a:defRPr dirty="0" smtClean="0">
            <a:solidFill>
              <a:schemeClr val="tx1"/>
            </a:solidFill>
            <a:latin typeface="Open Sans"/>
            <a:cs typeface="Open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 smtClean="0">
            <a:latin typeface="Open Sans"/>
            <a:cs typeface="Open San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ctures (2017)" id="{90AEFD72-50AF-5647-AE9F-27F2F3987D62}" vid="{82D295A2-8F4C-644D-9E4E-DA2627FFCA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Lectures (2017)</Template>
  <TotalTime>12380</TotalTime>
  <Words>368</Words>
  <Application>Microsoft Macintosh PowerPoint</Application>
  <PresentationFormat>Widescreen</PresentationFormat>
  <Paragraphs>65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Chakra Petch</vt:lpstr>
      <vt:lpstr>Consolas</vt:lpstr>
      <vt:lpstr>Lucida Grande</vt:lpstr>
      <vt:lpstr>Open Sans</vt:lpstr>
      <vt:lpstr>Wingdings</vt:lpstr>
      <vt:lpstr>Lectures (2017)</vt:lpstr>
      <vt:lpstr>Tournament Simulator - tourny</vt:lpstr>
      <vt:lpstr>Introduction</vt:lpstr>
      <vt:lpstr>Sub-Package 1 (structure) Module 1 (foundation)</vt:lpstr>
      <vt:lpstr>Sub-Package 1 (structure) Module 2 (samples)</vt:lpstr>
      <vt:lpstr>Sub-Package 2 (analysis) Module 1 (tournament)</vt:lpstr>
      <vt:lpstr>Sub-Package 2 (analysis) Module 2 (team)</vt:lpstr>
      <vt:lpstr>Sub-Package 3 (visualization) Module 1 (single)</vt:lpstr>
      <vt:lpstr>Sub-Package 3 (visualization) Module 2 (analysis)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Accessibility</dc:title>
  <dc:creator>mkhasan</dc:creator>
  <cp:lastModifiedBy>Jamie Breault</cp:lastModifiedBy>
  <cp:revision>18</cp:revision>
  <cp:lastPrinted>2018-04-02T13:23:11Z</cp:lastPrinted>
  <dcterms:created xsi:type="dcterms:W3CDTF">2013-03-27T01:26:40Z</dcterms:created>
  <dcterms:modified xsi:type="dcterms:W3CDTF">2025-11-25T02:49:45Z</dcterms:modified>
</cp:coreProperties>
</file>